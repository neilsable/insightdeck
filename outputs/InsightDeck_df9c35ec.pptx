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0040"/>
            <a:ext cx="1082009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32004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484632"/>
            <a:ext cx="1234440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OPS /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4297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Automated Executive KPI One-Pager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41247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Upload CSV → Auto-generate executive pack (synthetic-ready)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4215" y="484632"/>
            <a:ext cx="201168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15" y="822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Refresh: on upload  |  v1.0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36192"/>
            <a:ext cx="2533573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USAGE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+8.2%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period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94661" y="1700784"/>
            <a:ext cx="96012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973" y="1536192"/>
            <a:ext cx="2533573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9141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COST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9141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+5.4%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9141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period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6835" y="1700784"/>
            <a:ext cx="960120" cy="256032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147" y="1536192"/>
            <a:ext cx="2533573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1315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SLA (LATEST)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99.930%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315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target ≥ 99.7%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19009" y="1700784"/>
            <a:ext cx="960120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2321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72321" y="1536192"/>
            <a:ext cx="2533573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3489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INCIDENTS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3489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489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total volume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81183" y="1700784"/>
            <a:ext cx="960120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2980944"/>
            <a:ext cx="10820095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163824"/>
            <a:ext cx="1027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Usage Trend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10712"/>
            <a:ext cx="102714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Chart auto-fitted to slide bounds (no overflow, aspect preserved).</a:t>
            </a:r>
          </a:p>
        </p:txBody>
      </p:sp>
      <p:pic>
        <p:nvPicPr>
          <p:cNvPr id="37" name="Picture 36" descr="chart_InsightDeck_df9c35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3694176"/>
            <a:ext cx="6583680" cy="21396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" y="5989320"/>
            <a:ext cx="102714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Full narrative + drivers: see Appendix (Slide 2).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Provenance: CSV → Python (metrics + chart + PPT) → Narrative engine (LLM swappable).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0040"/>
            <a:ext cx="108200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84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Appendix — Full Narrative &amp; Drivers (Auto-generated)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200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691640"/>
            <a:ext cx="1234440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4884267" cy="231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Adoption: usage +8.2% across the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Spend: cost +5.4% (monitor cost-to-consumption).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Reliability: latest SLA 99.930% vs overall 99.939%.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Momentum: insufficient history for week-over-week signal (needs ≥14 days).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Operations: 14 incidents logged across the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Top drivers: CorePlatform: 64% usage share, 10 incidents, SLA 99.933% | Analytics: 36% usage share, 4 incidents, SLA 99.946%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574286"/>
            <a:ext cx="1234440" cy="2926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58334"/>
            <a:ext cx="4884267" cy="10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SLA within tolerance; continue proactive monitoring and post-deploy checks.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Incident volume manageable; keep RCA cadence and clear ownership for top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123444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2075688"/>
            <a:ext cx="4884267" cy="231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Implement weekly cost-to-consumption governance and anomaly alerting.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Run RCA on top incident drivers; add preventive checks in deployment gates.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Introduce service-level SLOs per domain with clear owners and escalation paths.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Publish a 5-minute exec snapshot weekly (WoW usage, SLA, incidents, cost).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4574286"/>
            <a:ext cx="1234440" cy="292608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4958334"/>
            <a:ext cx="4884267" cy="10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Input: CSV with day/service/usage/cost/incidents/SLA.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Python computes KPIs + service drivers + WoW signals.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Chart is auto-fitted into a bounding box (no overflow).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Narrative deterministic today; can swap to LLM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